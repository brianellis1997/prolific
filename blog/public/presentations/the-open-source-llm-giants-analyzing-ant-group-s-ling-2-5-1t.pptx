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a massive shift in the artificial intelligence landscape: the arrival of trillion-parameter models in the open-source ecosystem. Specifically, we're looking at Ant Group's Ling-2.5-1T, a model that isn't just big—it's a fundamental challenge to the idea that the most powerful AI must stay behind closed doors. Let's explore how this release is democratizing frontier AI capabilities for researchers and developers worldwide.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start, we need to understand the strategic weight of this release. Ant Group isn't just releasing a model; they are signaling a pivot away from the proprietary dominance we've seen over the last few years. This chapter covers why a 1-trillion parameter model matters and how it fits into the 2026 AI landscape.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strategic shift, Ling-2.5-1T represents a decisive break from closed-source models. While proprietary systems like GPT-4o have held the lead in reasoning, this model achieves parity on difficult benchmarks like AIME 2026. It uses a Sparse Mixture-of-Experts architecture to scale up without making the compute requirements impossible. By distributing through platforms like Hugging Face, Ant Group is essentially turning advanced AI into public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put this in perspective, look at this striking statistic. We have officially entered the era of the 'Trillion Parameter' model as the standard for frontier performance. Releasing a model of this size under an open license is a massive technical and philosophical statement. It proves that the community can now access the same 'brain power' previously reserved for the world's wealthiest tech giants.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we've seen the 'why,' let's look at the 'how.' This next section dives into the engineering that makes a trillion parameters actually work. We'll look at data mixtures, compute efficiency, and how this model bridges the gap between open and proprietary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secret sauce here is that not every parameter needs to fire at once. By using sparse activation, the model only engages about 5% to 10% of its parameters for any given input. This is managed by a hybrid routing system that prevents 'expert collapse' and ensures the workload is balanced. They also used a technique called Drop-Upcycling, which lets them take knowledge from existing dense models rather than starting from zero.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compare this to proprietary models, the results are startling. Ling-2.5-1T actually uses significantly fewer tokens to solve the same complex math problems compared to its closed-source rivals. In fact, it slightly outperformed Gemini 2.5 Pro on the AIME 2025 benchmark. For a high-volume enterprise, this doesn't just mean better performance—it means a potential 95% reduction in inference costs.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one thing to have a trillion parameters on paper, but it's another to actually run it. In this final section, we'll look at how Ant Group and the community are making these giants run on hardware you can actually buy. We'll cover quantization, memory efficiency, and the total cost of ownership.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impressive feat might be the deployment efficiency. Through extreme quantization, these trillion-parameter models can be compressed to fit on a cluster of consumer GPUs like the NVIDIA 3090. Techniques like MiniKV also slash the memory needed for long conversations by 86%. This means a small startup can now run a frontier-class model without a multi-million dollar server room.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have to consider the environmental impact. As this quote highlights, the energy footprint of AI is massive. This is why the sparse architecture of Ling-2.5-1T is so vital. By only activating the necessary parameters, it provides a more sustainable path forward for AI scaling, reducing the electricity required for every single prompt processed.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who want to dig deeper into the math and the benchmarks, here are the primary sources. The technical reports from Ant Group and the research on sparse computations provide the full picture of how these architectural breakthroughs were achieved. I highly recommend checking out the LlamaFactory repository if you're interested in fine-tuning these models yourself.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Ling-2.5-1T proves that the gap between open and closed AI is closing faster than anyone expected. We are moving toward a future where the most powerful tools are available to everyone, not just a few corporations. If you found this breakdown helpful, please like and subscribe for more deep dives into the frontier of AI. Check out the full blog post in the description for more details.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The Open Source LLM Giants</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Analyzing Ant Group's Ling-2.5-1T</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February 18,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1: An Ambitious Entry</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Democratizing Frontier AI</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Strategic Significance of 1T Models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Challenges proprietary dominance of GPT-4o and Claude</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Achieves performance parity on AIME 2026 benchmarks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Utilizes Sparse Mixture-of-Experts (MoE) architecture</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Distributed via Hugging Face and ModelScope for global access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As of Q4 2025, the largest publicly known large language models are approaching or exceeding one trillion parameters.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Industry Analysis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2: Technical Deep Dive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Training, Architecture, and Performance</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Architectural Foundations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Sparse activation: Only 50-100B parameters active per pass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Hybrid routing: Combines token-choice and expert-choice</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SwiGLU activation and Rotary Positional Embeddings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Drop-Upcycling to adapt knowledge from dense layers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Open vs. Proprietary Performance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548640"/>
          </a:xfrm>
          <a:prstGeom prst="rect">
            <a:avLst/>
          </a:prstGeom>
          <a:noFill/>
        </p:spPr>
        <p:txBody>
          <a:bodyPr wrap="square" anchor="t"/>
          <a:lstStyle/>
          <a:p>
            <a:pPr algn="l">
              <a:defRPr sz="1800" b="0">
                <a:solidFill>
                  <a:srgbClr val="F0F0F5"/>
                </a:solidFill>
                <a:latin typeface="Arial"/>
              </a:defRPr>
            </a:pPr>
            <a:r>
              <a:t>•  Ling-2.5-1T: 5,890 tokens for complex math</a:t>
            </a:r>
          </a:p>
        </p:txBody>
      </p:sp>
      <p:sp>
        <p:nvSpPr>
          <p:cNvPr id="5" name="TextBox 4"/>
          <p:cNvSpPr txBox="1"/>
          <p:nvPr/>
        </p:nvSpPr>
        <p:spPr>
          <a:xfrm>
            <a:off x="731520" y="2148840"/>
            <a:ext cx="5029200" cy="548640"/>
          </a:xfrm>
          <a:prstGeom prst="rect">
            <a:avLst/>
          </a:prstGeom>
          <a:noFill/>
        </p:spPr>
        <p:txBody>
          <a:bodyPr wrap="square" anchor="t"/>
          <a:lstStyle/>
          <a:p>
            <a:pPr algn="l">
              <a:defRPr sz="1800" b="0">
                <a:solidFill>
                  <a:srgbClr val="F0F0F5"/>
                </a:solidFill>
                <a:latin typeface="Arial"/>
              </a:defRPr>
            </a:pPr>
            <a:r>
              <a:t>•  Frontier Reasoning Models: 15,000+ tokens for same tasks</a:t>
            </a:r>
          </a:p>
        </p:txBody>
      </p:sp>
      <p:sp>
        <p:nvSpPr>
          <p:cNvPr id="6" name="TextBox 5"/>
          <p:cNvSpPr txBox="1"/>
          <p:nvPr/>
        </p:nvSpPr>
        <p:spPr>
          <a:xfrm>
            <a:off x="6400800" y="1463040"/>
            <a:ext cx="5029200" cy="548640"/>
          </a:xfrm>
          <a:prstGeom prst="rect">
            <a:avLst/>
          </a:prstGeom>
          <a:noFill/>
        </p:spPr>
        <p:txBody>
          <a:bodyPr wrap="square" anchor="t"/>
          <a:lstStyle/>
          <a:p>
            <a:pPr algn="l">
              <a:defRPr sz="1800" b="0">
                <a:solidFill>
                  <a:srgbClr val="F0F0F5"/>
                </a:solidFill>
                <a:latin typeface="Arial"/>
              </a:defRPr>
            </a:pPr>
            <a:r>
              <a:t>•  Scored 70.42% on AIME 2025 (Exceeding Gemini 2.5 Pro)</a:t>
            </a:r>
          </a:p>
        </p:txBody>
      </p:sp>
      <p:sp>
        <p:nvSpPr>
          <p:cNvPr id="7" name="TextBox 6"/>
          <p:cNvSpPr txBox="1"/>
          <p:nvPr/>
        </p:nvSpPr>
        <p:spPr>
          <a:xfrm>
            <a:off x="6400800" y="2148840"/>
            <a:ext cx="5029200" cy="548640"/>
          </a:xfrm>
          <a:prstGeom prst="rect">
            <a:avLst/>
          </a:prstGeom>
          <a:noFill/>
        </p:spPr>
        <p:txBody>
          <a:bodyPr wrap="square" anchor="t"/>
          <a:lstStyle/>
          <a:p>
            <a:pPr algn="l">
              <a:defRPr sz="1800" b="0">
                <a:solidFill>
                  <a:srgbClr val="F0F0F5"/>
                </a:solidFill>
                <a:latin typeface="Arial"/>
              </a:defRPr>
            </a:pPr>
            <a:r>
              <a:t>•  Open models offer 95% cost reduction for high-volume 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3: Deployment Reality</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Making 1T Models Practical</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Serving on Commodity Hardware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Quantization: Compressing models to less than 1-bit per parameter</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Fits 1T models on 8x NVIDIA 3090 GPU setups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MiniKV reduces KV cache size by 86%</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LlamaFactory enables fine-tuning on consumer-grade cards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AI model operations currently consume electricity equivalent to 17,000 US homes.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Sustainability Report 2025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[PDF] Dynamic Data Mixing Maximizes Instruction Tuning for Mixture-of ...</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https://aclanthology.org/2025.naacl-long.80.pdf</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Sparse Computations in Deep Learning Inference - arXiv</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https://arxiv.org/html/2512.02550v1</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[PDF] Evaluating Long-Context Methods in KV Cache Reuse - enlsp 2024</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https://neurips2024-enlsp.github.io/papers/paper_93.pdf</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Pushing the limits of long context LLM inference via KV cache ...</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https://www.ideals.illinois.edu/items/136217</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All About Ant Group's Ling-1T, an Open, Non-reasoning Model That ...</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https://www.deeplearning.ai/the-batch/all-about-ant-groups-l...</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Technical Report of TeleChat2, TeleChat2.5 and T1 - arXiv.org</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https://arxiv.org/html/2507.18013v1</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hiyouga/LlamaFactory: Unified Efficient Fine-Tuning of 100 ... - GitHu...</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https://github.com/hiyouga/LlamaFactory</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Fine-Grained and Efficient KV Cache Retrieval for Long-context LLM ...</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https://arxiv.org/abs/2508.08256</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Ant Group Releases Ling-2.5-1T and Ring-2.5-1T, Evolving Its Open ...</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https://www.afp.com/en/infos/ant-group-releases-ling-25-1t-a...</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Ant Group Releases 2024 Technology Ecosystem White Paper</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https://www.aibase.com/news/14353</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Ling-2.5-1T proves that trillion-parameter models can achieve frontier-level performance through sparse architecture and open-source collaboration, making high-end AI accessible on commodity hardware.</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Join the Open Source AI Revolution</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