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the cutting edge of AI performance: the race to achieve sub-500 millisecond latency. As we move from simple chatbots to real-time voice assistants, the way we generate language has to fundamentally change. We're going to explore why the current industry standard is hitting a wall and how diffusion models are providing the breakthrough we've been waiting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first section, we'll look at the 'Speed Imperative.' We need to understand the psychological and technical reasons why speed isn't just a luxury—it's a requirement for the next generation of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speed requirement, research shows that humans are incredibly sensitive to delays in conversation. If an AI takes longer than 1.5 seconds to respond, the experience feels broken, and pauses as short as 300 milliseconds can make a voice assistant feel 'uncanny.' To meet global communication standards, we are aiming for a total pipeline delay of under 500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this looks like in practice. As you can see in this illustration, the goal is a world where AI integrates seamlessly into diverse groups, processing speech and data icons in real-time. This level of fluidity is only possible if the model can generate responses faster than a human can blink.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we're stuck, we have to look at the math. Current Transformer models are 'autoregressive,' meaning they generate one token at a time. This creates a massive computational burden where the feedforward networks—which make up 60% of the work—must be run over and over again for every single word in a sentence.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know the problem, let's look at the solution. Chapter 2 focuses on how we are re-engineering the entire stack—from the silicon chips to the mathematical algorithms—to find the 'Fast Lane' for 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milestone in this journey was the release of Mercury 2. Unlike traditional models that march through text one word at a time, Mercury 2 uses diffusion to refine an entire block of text simultaneously. It can generate a 200-token response in just 450 milliseconds—a feat that would take a standard transformer over 4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speed, we have to talk about the trade-offs. We can achieve a massive 10.6x improvement in energy efficiency if we are willing to tolerate a small 1-point drop in model accuracy. This 'Hardware-Software Co-design' allows us to tune the model specifically for the hardware it's running on, finding the sweet spot between being smart and being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section, we'll look at how these models are moving out of the research lab and onto your devices. We'll also explore how diffusion is being used for things beyond just 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 cloud to the edge—like your smartphone—is the ultimate test. We have to fit these massive models into less than 2 gigabytes of RAM while making sure the phone doesn't overheat. By using specialized AI chips and clever compression, we're finally seeing sub-500ms performance on mobile hardware.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was built on a foundation of recent research from top institutions. If you want to dive deeper into the math of dKV-caching or the specifics of low-bit quantization, I highly recommend checking out these papers from NeurIPS and Berkeley.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shift from autoregressive to diffusion-based language models is more than just a speed boost—it's a paradigm shift. We are entering an era where AI interaction is as fast as human thought. If you enjoyed this deep dive into the physics of inference, make sure to like, subscribe, and check out the full article linked below.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Diffusion LLMs and the Quest for Sub-500ms Latency</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Future of Real-Time AI Agents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03,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Speed Imperative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Diffusion Models Are Racing Against the Clock</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500ms Latency Wall</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1.5s latency degrades user experience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300ms pauses perceived as unnatural</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8-12% dropout rate over 600ms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ITU-T G.114: 150ms is the gold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Vision for Real-Time Interaction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0"/>
            <a:ext cx="5943600" cy="914400"/>
          </a:xfrm>
          <a:prstGeom prst="rect">
            <a:avLst/>
          </a:prstGeom>
          <a:noFill/>
        </p:spPr>
        <p:txBody>
          <a:bodyPr wrap="square" anchor="t"/>
          <a:lstStyle/>
          <a:p>
            <a:pPr algn="ctr">
              <a:defRPr sz="1800" b="0">
                <a:solidFill>
                  <a:srgbClr val="9A9AA8"/>
                </a:solidFill>
                <a:latin typeface="Arial"/>
              </a:defRPr>
            </a:pPr>
            <a:r>
              <a:t>[Image unavailable]</a:t>
            </a:r>
          </a:p>
        </p:txBody>
      </p:sp>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Real-time AI voice assistants require sub-500ms latency to feel natural.</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Natural voice conversation flow</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Instantaneous multi-user processing</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Eliminating the 'wait' in AI 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feedforward network in the T5-Mini model accounts for approximately 60% of both the parameter count and inference FLOPs.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EECS Berkeley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Engineering the Fast Lane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Architecture, Hardware, and Optimization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Mercury 2: The 10x Breakthrough</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10x faster than autoregressive models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4-8 denoising steps vs. 100+ tokens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Streamlined denoising networks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450ms response for 200-token 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Cost of Efficiency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548640"/>
          </a:xfrm>
          <a:prstGeom prst="rect">
            <a:avLst/>
          </a:prstGeom>
          <a:noFill/>
        </p:spPr>
        <p:txBody>
          <a:bodyPr wrap="square" anchor="t"/>
          <a:lstStyle/>
          <a:p>
            <a:pPr algn="l">
              <a:defRPr sz="1800" b="0">
                <a:solidFill>
                  <a:srgbClr val="F0F0F5"/>
                </a:solidFill>
                <a:latin typeface="Arial"/>
              </a:defRPr>
            </a:pPr>
            <a:r>
              <a:t>•  2.2x EDP improvement = 0.1 point loss</a:t>
            </a:r>
          </a:p>
        </p:txBody>
      </p:sp>
      <p:sp>
        <p:nvSpPr>
          <p:cNvPr id="5" name="TextBox 4"/>
          <p:cNvSpPr txBox="1"/>
          <p:nvPr/>
        </p:nvSpPr>
        <p:spPr>
          <a:xfrm>
            <a:off x="731520" y="2148840"/>
            <a:ext cx="5029200" cy="548640"/>
          </a:xfrm>
          <a:prstGeom prst="rect">
            <a:avLst/>
          </a:prstGeom>
          <a:noFill/>
        </p:spPr>
        <p:txBody>
          <a:bodyPr wrap="square" anchor="t"/>
          <a:lstStyle/>
          <a:p>
            <a:pPr algn="l">
              <a:defRPr sz="1800" b="0">
                <a:solidFill>
                  <a:srgbClr val="F0F0F5"/>
                </a:solidFill>
                <a:latin typeface="Arial"/>
              </a:defRPr>
            </a:pPr>
            <a:r>
              <a:t>•  10.6x EDP improvement = 1.0 point loss</a:t>
            </a:r>
          </a:p>
        </p:txBody>
      </p:sp>
      <p:sp>
        <p:nvSpPr>
          <p:cNvPr id="6" name="TextBox 5"/>
          <p:cNvSpPr txBox="1"/>
          <p:nvPr/>
        </p:nvSpPr>
        <p:spPr>
          <a:xfrm>
            <a:off x="6400800" y="1463040"/>
            <a:ext cx="5029200" cy="548640"/>
          </a:xfrm>
          <a:prstGeom prst="rect">
            <a:avLst/>
          </a:prstGeom>
          <a:noFill/>
        </p:spPr>
        <p:txBody>
          <a:bodyPr wrap="square" anchor="t"/>
          <a:lstStyle/>
          <a:p>
            <a:pPr algn="l">
              <a:defRPr sz="1800" b="0">
                <a:solidFill>
                  <a:srgbClr val="F0F0F5"/>
                </a:solidFill>
                <a:latin typeface="Arial"/>
              </a:defRPr>
            </a:pPr>
            <a:r>
              <a:t>•  Structural reparametrization: 30% FLOP reduction</a:t>
            </a:r>
          </a:p>
        </p:txBody>
      </p:sp>
      <p:sp>
        <p:nvSpPr>
          <p:cNvPr id="7" name="TextBox 6"/>
          <p:cNvSpPr txBox="1"/>
          <p:nvPr/>
        </p:nvSpPr>
        <p:spPr>
          <a:xfrm>
            <a:off x="6400800" y="2148840"/>
            <a:ext cx="5029200" cy="548640"/>
          </a:xfrm>
          <a:prstGeom prst="rect">
            <a:avLst/>
          </a:prstGeom>
          <a:noFill/>
        </p:spPr>
        <p:txBody>
          <a:bodyPr wrap="square" anchor="t"/>
          <a:lstStyle/>
          <a:p>
            <a:pPr algn="l">
              <a:defRPr sz="1800" b="0">
                <a:solidFill>
                  <a:srgbClr val="F0F0F5"/>
                </a:solidFill>
                <a:latin typeface="Arial"/>
              </a:defRPr>
            </a:pPr>
            <a:r>
              <a:t>•  Mixed-precision 4-bit quantization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From Lab to Production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Real-World Deployment and Future Horizons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AI on the Edge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Memory constraints: Under 2GB target</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Thermal throttling at 5 watts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Specialized NPUs and Edge TPUs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Hybrid cloud-edge inference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Hardware Software Co-design and Architectural Optimization of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https://www2.eecs.berkeley.edu/Pubs/TechRpts/2023/EECS-2023-...</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Generalized Interpolating Discrete Diffusion</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https://openreview.net/forum?id=rvZv7sDPV9&amp;noteId=J3ZTSaIPo0</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Discrete Diffusion Language Model for Efficient Text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https://aclanthology.org/2025.findings-naacl.352/</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NeurIPS Poster Constrained Discrete Diffusion</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https://neurips.cc/virtual/2025/poster/119091</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Advances to low-bit quantization enable LLMs on edge devices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https://www.microsoft.com/en-us/research/blog/advances-to-lo...</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dKV-Cache: The Cache for Diffusion Language Models - NeurIPS</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https://neurips.cc/virtual/2025/poster/118939</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dKV-Cache: The Cache for Diffusion Language Models - OpenReview</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https://openreview.net/forum?id=Gppo2JImHs</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Attention Is All You Need for KV Cache in Diffusion LLMs</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https://openreview.net/forum?id=zkUbhdAiFJ</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Diffusion Beats Autoregressive in Data-Constrained Settings</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https://arxiv.org/html/2507.15857v7</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Awesome Diffusion Language Models</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https://github.com/VILA-Lab/Awesome-DLMs</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Sub-500ms latency is the 'binary divide' for natural AI interaction, and it is being achieved by moving away from sequential autoregressive generation toward parallel diffusion-based architectures and hardware-software co-design.</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Sub-500ms is the New Standard</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