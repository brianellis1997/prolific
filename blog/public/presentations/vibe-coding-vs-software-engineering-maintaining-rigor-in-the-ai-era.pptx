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seismic shift in how software is built—the rise of 'Vibe Coding' and what it means for the future of professional software engineering. We'll explore how tools like Cursor and Lovable are changing the economics of development and why maintaining architectural rigor is more important now than ever before. Let's look at how we can balance this new-found velocity with the technical discipline required for enterprise-grade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emergence of AI-assisted development. This isn't just a new set of tools; it's a fundamental shift in the developer's mental model. We are moving away from writing every line of code manually toward a world of high-level steering and rapid prototyping.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shift, let's look at the tools leading the charge. As you can see in this interface for Cursor, the AI isn't just a plugin; it's a core part of the IDE. This layout allows for a conversational exchange where developers can iterate through errors by simply pasting them back into the sidebar. It shortens the timeline from idea to functional increment from weeks to just a few days.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actual impact on the business side. For pre-revenue startups, 'vibe coding' can reduce burn rates by up to 95% because you no longer need a massive team to build a functional prototype. We're seeing MVPs that used to take two months now being finished in under a week. This democratization allows founders to validate ideas with real logic and data almost instantly.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speed comes with a warning. As the article notes, natural language is inherently ambiguous. When we tell an AI to 'make it faster' or 'add auth,' we are leaving a massive interpretive gap. Without human monitoring, this creates 'Self-Admitted Technical Debt' where the code works on the surface but contains hidden vulnerabilities or architectural shortcuts.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the second chapter, we have to address how to keep the system from falling apart as it grows. We're seeing a rise in 'generative shims'—quick AI fixes that solve local problems but ignore the global architecture. Let's discuss how to integrate these modules without breaking your legacy pipelines.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integration challenge, the data shows that 73% of AI coding tools struggle with enterprise CI/CD. This is partly because they don't understand deployment topology. Furthermore, while AI can generate tests, those tests often just validate the AI's own duplicated logic rather than checking for architectural violations. We are entering a 'recursive validation' problem where we have to review the tests just as much as the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combat these risks, researchers are developing frameworks like SpecVerify. It's a fascinating approach that uses Claude 3.5 Sonnet to automate the derivation of properties from natural language. Amazingly, it reaches accuracy levels comparable to NASA's own tools, proving that we can use AI to actually *improve* rigor if we apply the right formal verification methods.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talk about what this means for you and your career. The role of the senior engineer is transforming. We are moving away from being the primary 'writers' of code and becoming the 'curators' and 'architects' of machine-generated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new world, your value lies in three pillars. First, you must master prompt engineering as a way to encode architectural constraints. Second, you need the 'meta-technical' expertise to spot the fingerprints of AI debt, like over-reliance on popular but unfit libraries. And third, you must be the guardian of the system-level view, ensuring that independent AI-generated services actually work together without creating a 'feedback spiral' of bugs.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wrap up, I want to highlight the research that made this analysis possible. From formal verification studies to Databricks' insights on hidden technical debt, these sources provide the framework for understanding how generative AI is reshaping our industry. I highly recommend checking out the SpecVerify paper if you're interested in the intersection of LLMs and formal methods.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things up: Vibe coding is an incredible tool for velocity, but it is not a replacement for software engineering. As we move forward, the most successful developers will be those who can harness the speed of AI while maintaining the rigor of traditional architecture. If you found this helpful, please like the video, subscribe for more technical deep dives, and check out the full blog post for the complete breakdown.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Vibe Coding vs. Software Engineering</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Maintaining Rigor in the AI Era</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04,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Rise of AI-Assisted Development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Precise Specs to Conversational Intent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New Developer Interface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0"/>
            <a:ext cx="5943600" cy="914400"/>
          </a:xfrm>
          <a:prstGeom prst="rect">
            <a:avLst/>
          </a:prstGeom>
          <a:noFill/>
        </p:spPr>
        <p:txBody>
          <a:bodyPr wrap="square" anchor="t"/>
          <a:lstStyle/>
          <a:p>
            <a:pPr algn="ctr">
              <a:defRPr sz="1800" b="0">
                <a:solidFill>
                  <a:srgbClr val="9A9AA8"/>
                </a:solidFill>
                <a:latin typeface="Arial"/>
              </a:defRPr>
            </a:pPr>
            <a:r>
              <a:t>[Image unavailable]</a:t>
            </a:r>
          </a:p>
        </p:txBody>
      </p:sp>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The Cursor AI interface integrates traditional editing with an AI-powered sidebar.</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Contextual code completion</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Natural language chat integration</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Rapid iteration within the 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Promise of Vibe Coding</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85-95% reduction in burn rates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30-50% reduction in delivery risks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MVPs built in 3-5 days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Democratization for non-technical founders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Large Language Models occasionally misinterpret specifications, necessitating human monitoring and high-quality documentation.</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High-Confidence Claim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Maintaining Architectural Integrity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Managing Generative Shims and CI/CD</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CI/CD Integration Gap</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73% of AI tools fail at enterprise CI/CD</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High resource demands for AI build agents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Recursive validation of AI-generated tests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Risk of repeating bugs via duplicated logic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SpecVerify achieves verification accuracy comparable to NASA’s CoCoSim but with a lower rate of false positives.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Supporting Software Formal Verification with LLMs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Future of the Engineer</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Coder to System Reviewer</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New Senior Engineer Pillars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Prompt Engineering as an architectural discipline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Recognizing AI-specific technical debt patterns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System-level thinking and contract validation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Mentoring juniors in AI-augmented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Supporting Software Formal Verification with Large Language Models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https://arxiv.org/html/2507.04857v1</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A Comprehensive Study of Technical Debt Across LLM Projects - arXiv</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https://arxiv.org/html/2509.20497v1</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[PDF] Verifying LLM-Generated Code in the Context of Software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https://www.scitepress.org/Papers/2025/134619/134619.pdf</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Hidden Technical Debt of GenAI Systems | Databricks Blog</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https://www.databricks.com/blog/hidden-technical-debt-genai-...</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Building AI-Resistant Technical Debt</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https://www.oreilly.com/radar/building-ai-resistant-technica...</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AI-Generated Code Creates New Wave of Technical Debt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https://www.infoq.com/news/2025/11/ai-code-technical-debt/</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Lovable vs bolt vs cursor (2025): head-to-head vibe coding showdown</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https://techpoint.africa/guide/lovable-vs-bolt-vs-cursor/</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AI Functional Concepts: Beyond Traditional Software ...</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https://eleks.com/blog/ai-functional-concepts-software-proto...</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Vibe coding: Because who doesn't love surprise technical debt!?</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https://www.coderabbit.ai/blog/vibe-coding-because-who-doesn...</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Vibe Coding vs. Software Engineering: Speed + Scalability - Leanware</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https://www.leanware.co/insights/vibe-coding-vs-traditional-...</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from 'vibe coding' to sustainable software engineering requires shifting the human role from code implementation to high-level architectural oversight and formal verification of AI outputs.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Velocity is a tool, but Rigor is the foundation.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