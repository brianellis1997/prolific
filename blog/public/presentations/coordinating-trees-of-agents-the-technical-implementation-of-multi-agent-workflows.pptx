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deep into the architecture of the next generation of AI: Multi-Agent Systems. We've moved past simple chatbots and are now building complex organizational structures where specialized agents collaborate to solve massive problems. In this session, we will explore how we transitioned from linear chains to hierarchical trees and the technical frameworks making this possible.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we are going, we have to look at where we started. The early days of agentic AI relied on sequential prompt chaining, which worked for simple tasks but failed miserably under pressure. Let's look at why that linear approach hit a wall and how hierarchical trees solved those fundamental flaws.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history of orchestration, sequential chains acted like a game of 'telephone' where one error ruined the entire result. As the chain grew, the context window would balloon, forcing models to ignore early instructions just to keep up with the history. Most importantly, these chains were slow because they couldn't do two things at once, even if the tasks were unrelated.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moved toward trees, we needed rules to prevent chaos. Google's Agent Development Kit, or ADK, introduced a critical constraint: the single parent rule. By ensuring an agent only answers to one supervisor, we prevent the 'coordination chaos' that happens when an agent receives conflicting instructions from multiple 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have a tree structure, we face a new problem: how do these agents remember what they've done? Managing state and the lifecycle of an agent—when it starts, stops, or hands off a task—is the backbone of any production-grade system. Let's look at how the Cord framework handles these complexities.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Transitioning to the technical hurdles, the biggest bottleneck is the finite context window of LLMs. We solve this by having child agents summarize their work for their parents, effectively compressing data as it moves up the tree. We also use 'Artifacts'—think of them as pointers to large files—so we don't clog the chat history with raw data until it's actually needed for reasoning.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realize that more agents don't always mean better performance. Research shows that state synchronization is the leading cause of failure in these systems, accounting for nearly half of all production crashes. This highlights why frameworks like Cord and ADK focus so heavily on event-based architectures to prevent race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the cutting edge isn't just about better trees, but about better reasoning within those trees. We are seeing a shift toward Knowledge Graphs and self-healing workflows. This final section explores how agents are beginning to fact-check themselves and recover from their own mistakes dynamically.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idea of structured thought, the Knowledge Graph of Thought, or KGoT, is a game changer. Instead of a linear thought process, agents build a map of concepts and inferences. This allows them to explore different solutions in parallel and, if they hit a contradiction, they can backtrack to the exact point where their logic diverged.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exciting takeaways from the KGoT research is that it democratizes high-level reasoning. By using a structured graph, smaller and cheaper models can actually outperform massive models that are just using simple prompting. This means the architecture of the system is becoming just as important as the size of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of you looking to implement these patterns, I've compiled the primary sources used in this deep dive. I highly recommend checking out the Google ADK documentation and the KGoT paper from ETH Zurich for the full mathematical and architectural breakdowns.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we are moving away from simple AI scripts and toward complex AI organizations. By mastering hierarchical trees, state management, and structured reasoning graphs, you can build systems that are more reliable, scalable, and interpretable. If you found this technical breakdown helpful, please like the video, subscribe for more AI architecture content, and check out the full blog post linked in the description.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Coordinating Trees of Agents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The Technical Implementation of Multi-Agent Workflows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22,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Evolution of Orchestration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Linear Chains to Hierarchical Trees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Failure of Sequential Chains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Cascading failures from brittle links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Exponential context accumulation and bloat</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Inability to parallelize independent tasks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Rigid architecture prevents backtracking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ADK enforces a single parent rule where an agent instance can only be assigned as a sub-agent to one parent.</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Google Agent Development Kit (ADK) Documentation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State and Lifecycle Management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The Infrastructure of the 'Cord' Framework</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Solving the Memory Bottleneck</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Hierarchical context summarization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Layered memory: Session vs. Working vs. Governance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Artifact handles for large data payloads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State persistence across loop iterations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State synchronization issues are responsible for approximately 40% of multi-agent system failures in production.</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Technical Implementation Analysis,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Future of Coordination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Knowledge Graphs and Self-Correction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Knowledge Graph of Thought (KGoT)</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Reasoning steps as navigable graph nodes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Parallel exploration of multiple hypotheses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Grounding via Retrieve() operators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Hybrid symbolic-neural reasoning loops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KGoT enables low-cost models to solve complex tasks through structured knowledge representation.</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Knowledge Graph of Thoughts Research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Multi-agent systems - Agent Development Kit (ADK) - Google</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https://google.github.io/adk-docs/agents/multi-agents/</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[PDF] Affordable AI Assistants with Knowledge Graph of Thoughts</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http://htor.ethz.ch/publications/img/besta-kgot.pdf</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Architecting efficient context-aware multi-agent framework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https://developers.googleblog.com/architecting-efficient-con...</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Intent-Based Infrastructure and Service Orchestration Using Agentic-AI</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https://ieeexplore.ieee.org/document/11131150/</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Network Function Orchestration with LLM based Multi-Agent System</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https://ieeexplore.ieee.org/document/11162489/</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Agentic AI with Orchestrator-Agent Trust: A Modular Visual ...</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https://ieeexplore.ieee.org/document/11373381/</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Multi-agentic AI for Automatic Course Syllabus Generation using ...</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https://ieeexplore.ieee.org/abstract/document/11129303/</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spcl/knowledge-graph-of-thoughts - GitHub</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https://github.com/spcl/knowledge-graph-of-thoughts</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Affordable AI Assistants with Knowledge Graph of Thoughts - arXiv.org</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https://arxiv.org/abs/2504.02670</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Context Engineering - LLM Memory and Retrieval for AI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https://weaviate.io/blog/context-engineering</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transition from linear agent chains to hierarchical trees, supported by structured reasoning like Knowledge Graphs, is essential for building scalable, reliable, and resource-efficient multi-agent systems.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Building Scalable AI Organizations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