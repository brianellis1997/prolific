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deep dive into the future of autonomous computing. In an era where AI is almost synonymous with the cloud, a new paradigm is emerging for those who cannot afford to stay connected. Today, we are exploring how air-gapped AI systems are redefining data sovereignty and operational resilience for the world's most sensitive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we need to understand why the current cloud-first model is hitting a wall. For many organizations, the 'always-on' requirement of modern AI isn't just a convenience—it's a massive security and operational vulnerability. Let's look at the architectural shift required to bring intelligence back to the local level.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need for autonomy, air-gapped systems invert the standard model by bringing the inference engine to the data rather than the other way around. This requires aggressive model compression, often reducing 32-bit weights to 8-bit or 4-bit integers to fit on local hardware. This isn't just about speed; it's about meeting strict regulatory mandates like GDPR and HIPAA where data simply cannot leave its home jurisdiction.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perfectly encapsulates the philosophical shift we're seeing. It suggests that true intelligence doesn't require a tether to a massive data center. Instead, it's about how the AI interacts with its immediate environment and the specific human needs it serves locally. This mindset is what allows for the creation of truly sovereign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we've established the 'why,' let's get into the 'how.' Moving AI to the edge isn't as simple as copying a file. It requires sophisticated math and a new way of thinking about how data stays synchronized when there is no central 'source of truth' available via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talk about optimization, we're looking at techniques like quantization, which can shrink a model by up to 75%. We also use pruning to cut out unnecessary neural paths and distillation to teach a small model the 'wisdom' of a much larger one. This allows us to run sophisticated language models on everything from ruggedized tablets to industrial control systems.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challenge in disconnected systems is keeping data consistent across multiple nodes. We use CRDTs to allow for concurrent updates that eventually merge without conflicts. In agentic systems, where AI agents might make divergent decisions while offline, we implement a structured lifecycle of detection and negotiation to ensure the system doesn't collapse into incoherence when it finally reconnects.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discuss the security implications. An air-gap is a powerful defense, but it's not a magic shield. In fact, isolation creates its own set of unique security challenges, particularly regarding the 'insider threat' and the difficulty of patching systems that can't reach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air-gapped environment, the threat model shifts from external hackers to supply chain attacks and insider threats. We maintain security through local cryptographic tokens and SHA-256 file integrity checks. Because there's no cloud to validate licenses or patches, the system must be entirely self-sufficient in its trust model, often utilizing local Hardware Security Modules to manage keys.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for this presentation is backed by 23 primary sources, including strategic papers from MIT and technical optimization guides from Qualcomm. These documents highlight the growing consensus that sovereign clouds are becoming a multi-billion dollar market as nations and enterprises reclaim their digital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air-gapped AI represents a fundamental shift toward resilience and true data ownership. As AI becomes more powerful, the ability to run it anywhere—regardless of connectivity—will be the ultimate competitive advantage. Thank you for watching. If you found this technical deep dive valuable, please like the video, subscribe for more architecture breakdowns, and check out the full blog post linked in the description.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Disconnected Intelligence</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Architecting Sovereign Clouds for Offline AI</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24,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1: Foundations of Air-Gapped AI</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Breaking the Cloud Dependency</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Architecture of Autonomy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Inverting the computational paradigm</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Model compression and quantization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Strict data localization compliance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Mapping workloads to edge hardware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The Offline AI Axiom proposes that intelligence is derived from coherence, presence, symbolic purpose, and human-aligned environmental interaction rather than centralized cloud infrastructure.</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Disconnected Intelligence: Architecting Sovereign Clouds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2: Technical Implementation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Optimization and State Management</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Optimization for the Edge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Quantization (INT8 and INT4 standards)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Pruning redundant neural connections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Knowledge distillation from large models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NPU and GPU hardware acceleration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Managing Disconnected State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Conflict-free Replicated Data Types (CRDTs)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Embedded vector stores (Chroma, Milvus)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Agentic conflict resolution lifecycle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Temporal coherence via hybrid clocks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3: Security and Governance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Protecting the Sovereign Perimeter</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Security in Isolation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Zero-trust within the perimeter</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Local cryptographic token validation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SHA-256 integrity protection</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Hardware Security Modules (HSMs)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[PDF] The Strategic Necessity of Air-Gapped AI Systems in ... - DSpace...</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https://dspace.mit.edu/bitstream/handle/1721.1/164901/MIT-LI...</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Optimizing Your AI Model for the Edge - Qualcomm</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https://www.qualcomm.com/developer/blog/2025/06/optimizing-y...</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Offline AI Axiom: Sovereign Intelligence Without the Cloud</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https://www.tdcommons.org/dpubs_series/8259/</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[PDF] The Operating System for Sovereign AI Clouds - Accenture</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https://www.accenture.com/content/dam/accenture/final/capabi...</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Sovereign AI, cloud and data resilience in focus - NTT DATA</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https://services.global.ntt/en-us/insights/blog/sovereign-ai...</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AI Security Standards: Key Frameworks for 2026</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https://www.sentinelone.com/cybersecurity-101/data-and-ai/ai...</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Introducing Cisco's Integrated AI Security and Safety ...</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https://blogs.cisco.com/ai/security-framework</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Sovereign Clouds Are Reshaping National Data Security | BCG</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https://www.bcg.com/publications/2025/sovereign-clouds-resha...</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Securing AI in federal and defense missions: A multi-level approach</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https://federalnewsnetwork.com/commentary/2026/01/securing-a...</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Microsoft Sovereign Cloud Goes Fully Offline With AI Support</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https://www.techbuzz.ai/articles/microsoft-sovereign-cloud-g...</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Air-gapped AI systems represent a fundamental paradigm shift that prioritizes data sovereignty and operational resilience through local inference, requiring specialized optimization and state management to function without cloud dependency.</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Building Resilient Intelligence</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