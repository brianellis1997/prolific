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a critical frontier of artificial intelligence: how we actually trust autonomous agents to act on our behalf. As AI moves from simple chatbots to agents that can move money and modify databases, we face a massive 'trust crisis' that traditional security just can't solve. We're going to explore a breakthrough solution: RSA-Signed Prompt Envelopes.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solution, we first have to look at why our current systems are breaking. We are moving from isolated sandboxes to complex ecosystems where agents operate across organizational boundaries. This evolution has outpaced the security models we've relied on for decades.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shift, notice how agents like Devin can now autonomously commit code and interact with cloud infrastructure. The problem is that when an API key authenticates an agent, it only proves possession of the key, not the intent or identity of the agent. If that token is stolen or an agent is subverted via prompt injection, there is no cryptographic proof of the decision-making chain.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striking claim because it highlights that the threat isn't just a direct 'hack.' An agent reading a simple email could be hijacked by hidden instructions within that text. Because LLMs struggle to distinguish between data and instructions, we need a way to 'seal' the legitimate commands so they can't be overridden.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technical framework designed to fix this: The OpenClaw Protocol. This isn't just a patch; it's a four-layer architecture that treats cryptographic authorization as a foundational requirement for any agent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you can see in this conceptual representation, we are essentially wrapping every agent directive in a digital seal. This seal uses RSA signatures to answer three questions: Is the source authorized? Has the message been modified? And can the sender deny it later? By using public-key cryptography, forgery becomes computationally infeasible.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Diving into the technical details, the process starts with the agent serializing its prompt into a canonical JSON structure. We then hash that payload and sign it with a private key. When the recipient receives it, they verify the signature against a public registry, ensuring the instruction is exactly what was intended by the authorized sender.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just signing, we also need to protect the content from eavesdropping. OpenClaw uses a hybrid approach: RSA handles the secure exchange of keys, while AES does the heavy lifting of encrypting the actual data. This keeps the system fast enough for real-time coordination while maintaining military-grade security.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technical layer, we have to ask: who does the key actually represent? This brings us to identity management and how we map cryptographic strings to real-world agent personas and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the most sophisticated systems will use hierarchical keys. A master key held by a human admin can delegate specific, limited powers to sub-agents. We are also seeing the rise of Decentralized Identifiers, which allow agents to prove they are 'authorized' without revealing their internal architecture or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is based on a wide array of technical research, including NIST standards for Zero Trust and the latest security whitepapers from Google and the OpenID foundation. These sources provide the rigorous mathematical and architectural backing for the OpenClaw protocol.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the transition to autonomous AI agents requires a transition to cryptographic trust. By implementing RSA-signed prompt envelopes, we can move from 'hoping' our agents are secure to 'proving' they are authorized. If you found this deep dive valuable, please like the video, subscribe for more technical AI security content, and check out the full blog post for the implementation code.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Cryptographic Authorization for AI Agents</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RSA-Signed Prompt Envelopes &amp; The OpenClaw Protocol</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February 26,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Trust Crisis</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Why Traditional Security Fails Autonomous AI</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Evolution of Agent Autonomy</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Shift from text generation to action execution</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Cross-organizational financial transactions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Multi-step delegated workflows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The 'Bearer Token' vulnerability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Indirect prompt injections utilize hidden instructions within external data sources like emails and documents to manipulate AI systems.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Security Research Insight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OpenClaw Protocol</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Standardizing Secure Agent Communication</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Digital Seal</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mm7rumja.jp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A conceptual representation of a cryptographic digital seal protecting data within a secure envelope.</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Tamper-evident security seals</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Cryptographic binding of instructions</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Non-repudiation guarantees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Technical Implementation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2048-bit or 4096-bit RSA key pairs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SHA-256/512 payload hashing</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Canonical JSON serialization</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Immutable audit trails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End-to-End Encryption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Hybrid encryption (RSA + AES)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AES for high-speed payload processing</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RSA for secure key exchange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Strategic caching to minimize latency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Identity &amp; Governance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Mapping Keys to Agentic Personas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Future of Trusted Ecosystems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Hierarchical key delegation</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Verifiable Credentials (VCs)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Decentralized Identifiers (DIDs)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Privacy-preserving authentication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[PDF] Zero Trust Architecture - NIST Technical Series Publications</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https://nvlpubs.nist.gov/nistpubs/specialpublications/NIST.S...</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[PDF] Identity Management for Agentic AI</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https://openid.net/wp-content/uploads/2025/10/Identity-Manag...</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Mitigating prompt injection attacks with a layered defense strategy</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https://security.googleblog.com/2025/06/mitigating-prompt-in...</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US12316655B1 - Cyber resilience agentic mesh</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https://patents.google.com/patent/US12316655B1/en</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Cryptography-based privacy-preserving large language models</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https://link.springer.com/article/10.1007/s10462-025-11466-6</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SOK: Bridging Research and Practice in LLM Agent Security</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https://www.sei.cmu.edu/library/bridging-research-and-practi...</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[PDF] SAGA: A Security Architecture for Governing AI Agentic Systems</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https://www.ndss-symposium.org/wp-content/uploads/2026-s869-...</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How To Think About End-To-End Encryption and AI</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https://eprint.iacr.org/2024/2086</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How to Use the Agent-to-Human Communication (A2H) ...</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https://www.twilio.com/en-us/blog/developers/tutorials/build...</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A Novel Zero-Trust Identity Framework for Agentic AI - arXiv.org</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https://arxiv.org/html/2505.19301v2</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Cryptographic authorization via RSA-signed envelopes is the essential foundation for secure, accountable, and non-repudiable multi-agent AI systems.</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Implementing Cryptographic Trust Today</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