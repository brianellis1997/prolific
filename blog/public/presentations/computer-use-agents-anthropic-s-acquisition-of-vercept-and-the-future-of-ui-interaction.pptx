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an AI that doesn't just talk to you, but actually sits down at your digital desk and gets to work. Today, we're diving into a massive shift in the AI landscape: Anthropic's acquisition of Vercept and the rise of computer-use agents. We are moving past the era of simple chatbots and into a world where AI can navigate any software just like a human would. Let's explore how this technology is about to change everything from your daily workflow to the very definition of digital accessibility.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kick things off, we need to look at the 'why' behind Anthropic's latest move. The acquisition of Vercept isn't just a talent grab; it's a fundamental pivot in how AI interacts with the world. We're moving from a world of hidden APIs to a world of visual understanding. Let's look at the strategic rationale behind this acquisition.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shift, the Vercept acquisition marks a move away from rigid API integrations. Vercept's core focus was on solving the 'perception gap'—the difficulty AI has in actually seeing and understanding a computer screen. By bringing this team in-house, Anthropic is positioning Claude to be a GUI-native agent. This means the AI can work with any software, even legacy systems that don't have modern APIs.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of this integration are already showing up in the data. Before these advancements, AI performance on the OSWorld benchmark—which tests how well AI can use a computer—was under 15 percent. With the latest Claude 4.6 model, that score has skyrocketed to 72.5 percent. This isn't just a small improvement; it's a massive leap toward human-level proficiency in digital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understand the strategy, let's look under the hood at the technical challenges. Using a computer is easy for us, but for an AI, it's a minefield of visual complexity and security risks. We're going to examine how these systems actually 'see' pixels and how they stay secure while doing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talk about pixel-based navigation, we're talking about an AI that has to recognize a button whether it's on a 1990s Windows app or a modern web tool. It has to understand that a spinning wheel means 'wait' and that a pop-up might be blocking its view. To make this feel natural, the system has to process these visual changes in real-time. This requires a continuous loop of perception, reasoning, and action that happens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perhaps the biggest hurdle for computer-use agents. Because the AI 'reads' the screen, a malicious website could display text that tricks the AI into stealing data—this is called visual prompt injection. To fight this, Anthropic uses sandboxing to isolate the AI from the rest of the computer. They also implement 'action whitelisting,' which means the AI can't perform high-risk tasks like deleting files or sending money without a human's explicit approval.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look at the human side of this technology. Computer-use agents aren't just for productivity; they are a massive win for accessibility. This technology has the potential to break down digital barriers that have existed for decades. Let's see how this will change the way we all interact with our devices.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users with motor or visual impairments, navigating a complex spreadsheet or a government website can be a nightmare. Computer-use agents change that by allowing users to simply say, 'Fill out this form using my saved data.' The AI handles the clicks and the typing. Because it works at the visual level, it works on every single app, not just the ones that have built-in accessibility features.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reaching a tipping point where the AI is becoming as capable as a human at basic digital tasks. Anthropic's research shows that Claude 4.6 is nearing human-level performance for things like web forms and data entry. This opens the door for enterprise-scale automation where the AI can handle the 'busy work' across multiple different applications, freeing up humans for more creative tasks.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was built using the latest technical reports and research papers from Anthropic and the wider AI research community. If you want to dive deeper into the OSWorld benchmarks or the security challenges of prompt injection, I've listed the key sources here. These documents provide the foundation for everything we've discussed today regarding the future of computer-use agents.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Anthropic's acquisition of Vercept is a clear signal that the future of AI is vision-first. We are moving toward a world where AI agents are autonomous operators, not just chat interfaces. This will revolutionize accessibility and enterprise workflows alike. If you found this breakdown helpful, make sure to subscribe and check out the full blog post for more technical details. I'd love to hear from you in the comments—what's the first task you'd hand over to a computer-use agent?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Computer-Use Agents: The Next Frontier of AI</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Anthropic's Acquisition of Vercept and the Future of UI Interaction</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02,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Strategic Shift</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Why Anthropic Acquired Vercept</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Vercept Acquisition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Shift from API-dependent to vision-first systems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Vercept team joins Anthropic to enhance Claude</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Focus on solving GUI perception and interaction</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Move toward autonomous desktop navigation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Claude Sonnet 4.6 achieved a score of 72.5% on the OSWorld evaluation for AI computer use.</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Anthropic Technical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Technical Architecture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Building Reliable Computer-Use Systems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Pixel-Based Navigation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Interpreting diverse UI design systems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Managing dynamic states and animations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Spatial reasoning for overlapping windows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Handling high-latency visual feedback loops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Security and Sandboxing</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Preventing prompt injection via visual cues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Containerized execution environments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Action whitelisting for sensitive tasks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Behavioral monitoring for anomaly detection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Future of Interaction</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Accessibility and Societal Impact</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Accessibility Revolution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Natural language control for complex software</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Universal support across all applications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Reduced reliance on specialized assistive tools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Contextual memory for personalized assistance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Claude Sonnet 4.6 is nearing human-level performance in navigating spreadsheets and web forms.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Anthropic Research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Anthropic acquires Vercept to advance Claude's computer use ...</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https://www.anthropic.com/news/acquires-vercept</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[PDF] System Card: Claude Opus 4 &amp; Claude Sonnet 4 - Anthropic</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https://www-cdn.anthropic.com/6be99a52cb68eb70eb9572b4cafad1...</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Introducing Claude 4 - Anthropic</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https://www.anthropic.com/news/claude-4</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MobileUse: A Hierarchical Reflection-Driven GUI Agent for...</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https://openreview.net/forum?id=KR6tnkb6h4</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Benchmarking Web Agent Security Against Prompt Injection Attacks</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https://neurips.cc/virtual/2025/poster/121728</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NeurIPS Poster PUO-Bench: A Panel Understanding and Operation ...</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https://neurips.cc/virtual/2025/poster/121721</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[PDF] From General Vision Language Model to Versatile GUI Agent</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https://aclanthology.org/2025.acl-long.1065.pdf</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Training Native GUI Agents to Reason and Act with Action-aware ...</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https://arxiv.org/html/2602.22190v1</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[PDF] End-to-End Navigation with Vision-Language Models - GitHub</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https://raw.githubusercontent.com/mlresearch/v288/main/asset...</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[PDF] A Survey on Benchmarks of LLM-based GUI Agents</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https://d197for5662m48.cloudfront.net/documents/publications...</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Anthropic's acquisition of Vercept signals a paradigm shift from API-dependent AI to vision-first agents that can autonomously navigate any graphical user interface like a human.</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Join the Conversation on AI Agents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